
<file path=[Content_Types].xml><?xml version="1.0" encoding="utf-8"?>
<Types xmlns="http://schemas.openxmlformats.org/package/2006/content-types">
  <Default Extension="jpeg" ContentType="image/jpeg"/>
  <Default Extension="mk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3" r:id="rId4"/>
    <p:sldId id="262" r:id="rId5"/>
    <p:sldId id="265" r:id="rId6"/>
    <p:sldId id="270" r:id="rId7"/>
    <p:sldId id="267" r:id="rId8"/>
    <p:sldId id="269" r:id="rId9"/>
    <p:sldId id="266" r:id="rId10"/>
    <p:sldId id="26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94660"/>
  </p:normalViewPr>
  <p:slideViewPr>
    <p:cSldViewPr snapToGrid="0">
      <p:cViewPr varScale="1">
        <p:scale>
          <a:sx n="92" d="100"/>
          <a:sy n="92" d="100"/>
        </p:scale>
        <p:origin x="3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4E2ED-4372-4353-B4C0-449D35B4D731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80639-DB60-4656-BAC6-0AC67474AE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90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9f9ca890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2f9f9ca890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337A8-E644-4CE7-9816-C2EEE3BDC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4BAE72-27E4-4662-96CE-FAC329F48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393C6D-3F03-4E63-B19B-6256012F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8624C3-C43B-46E8-9E61-92E0E3A8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C6D3A5-CEE6-448C-B889-03C84222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8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6C2EFA-FD57-41C8-922A-23F35DEB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92D751-F52A-45FF-A5C6-AD409F6D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AD0B5B-D20C-4D60-9372-B6198262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8477A-0AE2-487C-A536-7E5DACEA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A86DF4-3563-4890-8309-23014679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970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A25EF0-1558-46CC-AF77-A8B4A3EF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DAF43B-4AE8-4635-8ED9-A09D49ED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A8744C-345B-4546-BFE0-366FEDB2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BF1EA0-D4FF-419E-9853-364A7EAB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1196C3-1D11-445F-8C3E-CE9403F8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70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9911D-8C17-4551-91D0-450E2EF4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BA589-50C0-42EA-9C09-DBA6E931C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A19BD6-05B0-4F13-BE9F-F976AD0D9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A4121A-6D33-4FAA-A0BB-A9009845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3CF1EE-9551-4C9F-AB9B-C14E1493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09F591-0AB0-4F4B-852D-B59C76D2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12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53531C-DC70-4145-A9B6-FF67BDE4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1E8D1D-3DEE-44DE-A526-E295609E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733A9E-4750-4D2F-B9FB-6CC038547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C04C75A-0D48-424E-8C22-E0C29A6B7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166F0A-195E-413D-8E3B-92BAAF9BE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8C4A906-DF18-4BD7-B94E-0F894E4C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1F6C1F5-B725-4481-9E45-59A49B5F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26A9BF-9EA2-492E-9E4A-2A69EC34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85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82D070-4BA0-4A5D-97F5-81462D54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2B98AC-249A-4F94-85AD-7CF1BF17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5EB48DE-5BE2-4D33-97D9-73F900A4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679275-D07F-42EE-B774-F6CFBF38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76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4623F69-C713-4205-89C1-1371C27A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3024190-3C3C-472F-BB13-11326CA0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768B9D-6DB4-4BC7-80C1-326F47DD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74CDE-46D9-4E6F-AD89-F093AB3F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28F9F-FCFD-413B-A7B0-1F8445002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15BE6F-D628-4809-B659-1E8CE1A2A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369FDF-1C44-4496-A24A-9FD35B91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B3F27F-5B31-4BB0-9548-2A5BCECE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D2AA8A-4530-48D8-BDE6-C57DADA6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4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CA455-2F0B-444E-8AAD-DB5F930E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2CD323-EEEB-41B1-ADDA-EF7006B65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DF0B3E-ED67-440C-BF2A-529EE7C8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F0D25-C190-4A32-BC59-C6233D2A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E774D6-2F2F-42CC-8C57-492DC9FE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925BFD-1A2B-4FF2-B5CB-E840D63B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6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50B41-481D-492D-BEEC-2C6C3FEB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9406C-5E11-411C-A5A6-5568161C3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1901A3-00AD-42A0-8080-0DCF5FF8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716DD2-7E26-4F7F-B780-7E0D3577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823EC3-19FE-411D-8B7B-8241A442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01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AA8AE48-EE15-4EE9-ABC7-3975B7A7B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0D35FDE-BC46-4B84-BFD2-CC12405AF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11EC6A-7973-4BE2-A46E-19034FAB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38D0A7-5096-4A28-BDFD-28A61B34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E728A2-9E05-4A17-8E2B-AC8D6DE2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15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C291F6C-1ED5-4E5F-950E-9E5038C04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C05187-E008-4A1B-987C-8EB1FB198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654891-D073-4C42-B56F-5CF95AA51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11DAD-5439-4517-A4D1-A58A4EBCCF4D}" type="datetimeFigureOut">
              <a:rPr lang="zh-TW" altLang="en-US" smtClean="0"/>
              <a:t>2024/10/17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004593-A785-484A-8315-1BEB91700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3D1456-80AA-4DA4-A20D-79F6303FD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A807-FF96-4308-A55B-6A6204641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74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kv"/><Relationship Id="rId1" Type="http://schemas.microsoft.com/office/2007/relationships/media" Target="../media/media2.mkv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kv"/><Relationship Id="rId1" Type="http://schemas.microsoft.com/office/2007/relationships/media" Target="../media/media3.mkv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E135B-F702-4149-94D0-FE82810B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74"/>
            <a:ext cx="10515600" cy="1325563"/>
          </a:xfrm>
        </p:spPr>
        <p:txBody>
          <a:bodyPr/>
          <a:lstStyle/>
          <a:p>
            <a:r>
              <a:rPr lang="en-US" altLang="zh-TW" dirty="0"/>
              <a:t>Homework 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CE00C8-D03B-4C54-B6ED-62942927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1"/>
            <a:ext cx="10515600" cy="5178829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Based on your HW1</a:t>
            </a:r>
            <a:r>
              <a:rPr lang="en-US" altLang="zh-TW" sz="2000" dirty="0"/>
              <a:t>, you need to add some new functions</a:t>
            </a:r>
          </a:p>
          <a:p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Do not use any</a:t>
            </a: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library or related website tools</a:t>
            </a:r>
          </a:p>
          <a:p>
            <a:r>
              <a:rPr lang="en-US" altLang="zh-TW" sz="2000" dirty="0">
                <a:ea typeface="微軟正黑體" panose="020B0604030504040204" pitchFamily="34" charset="-120"/>
              </a:rPr>
              <a:t>HW3 will be viewed under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Google Chrome</a:t>
            </a:r>
          </a:p>
          <a:p>
            <a:pPr>
              <a:defRPr/>
            </a:pP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Delay = Copy = 0</a:t>
            </a:r>
          </a:p>
          <a:p>
            <a:r>
              <a:rPr lang="en-US" altLang="zh-TW" sz="2000" dirty="0">
                <a:ea typeface="微軟正黑體" panose="020B0604030504040204" pitchFamily="34" charset="-120"/>
              </a:rPr>
              <a:t>In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all</a:t>
            </a:r>
            <a:r>
              <a:rPr lang="en-US" altLang="zh-TW" sz="2000" dirty="0">
                <a:ea typeface="微軟正黑體" panose="020B0604030504040204" pitchFamily="34" charset="-120"/>
              </a:rPr>
              <a:t> the source code files, you need to add the identifications on the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top</a:t>
            </a:r>
            <a:r>
              <a:rPr lang="en-US" altLang="zh-TW" sz="2000" dirty="0">
                <a:ea typeface="微軟正黑體" panose="020B0604030504040204" pitchFamily="34" charset="-120"/>
              </a:rPr>
              <a:t> of the files </a:t>
            </a:r>
          </a:p>
          <a:p>
            <a:pPr lvl="1"/>
            <a:r>
              <a:rPr lang="en-US" altLang="zh-TW" sz="2000" dirty="0">
                <a:ea typeface="微軟正黑體" panose="020B0604030504040204" pitchFamily="34" charset="-120"/>
              </a:rPr>
              <a:t>Otherwise your grade will be deducted by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20</a:t>
            </a:r>
          </a:p>
          <a:p>
            <a:pPr lvl="1">
              <a:buNone/>
            </a:pPr>
            <a:r>
              <a:rPr lang="en-US" altLang="zh-TW" sz="2000" dirty="0">
                <a:ea typeface="微軟正黑體" panose="020B0604030504040204" pitchFamily="34" charset="-120"/>
              </a:rPr>
              <a:t>&lt;!-- 4001234567 </a:t>
            </a:r>
            <a:r>
              <a:rPr lang="zh-TW" altLang="en-US" sz="2000" dirty="0">
                <a:ea typeface="微軟正黑體" panose="020B0604030504040204" pitchFamily="34" charset="-120"/>
              </a:rPr>
              <a:t>王小明 第三次作業 </a:t>
            </a:r>
            <a:r>
              <a:rPr lang="en-US" altLang="zh-TW" sz="2000" dirty="0">
                <a:ea typeface="微軟正黑體" panose="020B0604030504040204" pitchFamily="34" charset="-120"/>
              </a:rPr>
              <a:t>11/1</a:t>
            </a:r>
          </a:p>
          <a:p>
            <a:pPr lvl="1" algn="just">
              <a:buNone/>
            </a:pPr>
            <a:r>
              <a:rPr lang="en-US" altLang="zh-TW" sz="2000" dirty="0">
                <a:ea typeface="微軟正黑體" panose="020B0604030504040204" pitchFamily="34" charset="-120"/>
              </a:rPr>
              <a:t>4001234567 Ming Wang</a:t>
            </a: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The Third Homework 11/1 --&gt;</a:t>
            </a:r>
            <a:endParaRPr lang="en-US" altLang="zh-TW" sz="2000" dirty="0">
              <a:solidFill>
                <a:srgbClr val="FF0000"/>
              </a:solidFill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ea typeface="微軟正黑體" panose="020B0604030504040204" pitchFamily="34" charset="-120"/>
              </a:rPr>
              <a:t>Compress all your files into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HW3_</a:t>
            </a:r>
            <a:r>
              <a:rPr lang="zh-TW" altLang="en-US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學號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_</a:t>
            </a:r>
            <a:r>
              <a:rPr lang="zh-TW" altLang="en-US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學生名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.zip</a:t>
            </a:r>
          </a:p>
          <a:p>
            <a:pPr lvl="1"/>
            <a:r>
              <a:rPr lang="en-US" altLang="zh-TW" sz="2000" dirty="0">
                <a:ea typeface="微軟正黑體" panose="020B0604030504040204" pitchFamily="34" charset="-120"/>
              </a:rPr>
              <a:t>Otherwise your grade will be deducted by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20</a:t>
            </a:r>
          </a:p>
          <a:p>
            <a:r>
              <a:rPr lang="en-US" altLang="zh-TW" sz="2000" dirty="0">
                <a:ea typeface="微軟正黑體" panose="020B0604030504040204" pitchFamily="34" charset="-120"/>
              </a:rPr>
              <a:t>If you have any questions, please contact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all the three</a:t>
            </a:r>
            <a:r>
              <a:rPr lang="en-US" altLang="zh-TW" sz="2000" dirty="0">
                <a:ea typeface="微軟正黑體" panose="020B0604030504040204" pitchFamily="34" charset="-120"/>
              </a:rPr>
              <a:t> TAs through </a:t>
            </a:r>
            <a:r>
              <a:rPr lang="en-US" altLang="zh-TW" sz="2000" dirty="0">
                <a:solidFill>
                  <a:srgbClr val="FF0000"/>
                </a:solidFill>
                <a:ea typeface="微軟正黑體" panose="020B0604030504040204" pitchFamily="34" charset="-120"/>
              </a:rPr>
              <a:t>E3 mail system</a:t>
            </a:r>
          </a:p>
          <a:p>
            <a:r>
              <a:rPr lang="en-US" altLang="zh-TW" sz="2000">
                <a:solidFill>
                  <a:srgbClr val="FF0000"/>
                </a:solidFill>
                <a:ea typeface="微軟正黑體" panose="020B0604030504040204" pitchFamily="34" charset="-120"/>
              </a:rPr>
              <a:t>Deadline: 11/1 23:30</a:t>
            </a:r>
            <a:endParaRPr lang="en-US" altLang="zh-TW" sz="2000" dirty="0">
              <a:solidFill>
                <a:srgbClr val="FF0000"/>
              </a:solidFill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379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E135B-F702-4149-94D0-FE82810B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74"/>
            <a:ext cx="10515600" cy="1325563"/>
          </a:xfrm>
        </p:spPr>
        <p:txBody>
          <a:bodyPr/>
          <a:lstStyle/>
          <a:p>
            <a:r>
              <a:rPr lang="en-US" altLang="zh-TW" dirty="0"/>
              <a:t>Homework 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CE00C8-D03B-4C54-B6ED-62942927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1"/>
            <a:ext cx="10515600" cy="517882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ea typeface="微軟正黑體" panose="020B0604030504040204" pitchFamily="34" charset="-120"/>
              </a:rPr>
              <a:t>Create a </a:t>
            </a:r>
            <a:r>
              <a:rPr lang="en-US" altLang="zh-TW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“HW3_</a:t>
            </a:r>
            <a:r>
              <a:rPr lang="zh-TW" altLang="en-US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學號</a:t>
            </a:r>
            <a:r>
              <a:rPr lang="en-US" altLang="zh-TW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_</a:t>
            </a:r>
            <a:r>
              <a:rPr lang="zh-TW" altLang="en-US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學生名</a:t>
            </a:r>
            <a:r>
              <a:rPr lang="en-US" altLang="zh-TW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.pdf” </a:t>
            </a:r>
            <a:r>
              <a:rPr lang="en-US" altLang="zh-TW" sz="2400" dirty="0">
                <a:ea typeface="微軟正黑體" panose="020B0604030504040204" pitchFamily="34" charset="-120"/>
              </a:rPr>
              <a:t>in</a:t>
            </a:r>
            <a:r>
              <a:rPr lang="en-US" altLang="zh-TW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 HW3_</a:t>
            </a:r>
            <a:r>
              <a:rPr lang="zh-TW" altLang="en-US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學號</a:t>
            </a:r>
            <a:r>
              <a:rPr lang="en-US" altLang="zh-TW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_</a:t>
            </a:r>
            <a:r>
              <a:rPr lang="zh-TW" altLang="en-US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學生名</a:t>
            </a:r>
            <a:r>
              <a:rPr lang="en-US" altLang="zh-TW" sz="2400" dirty="0">
                <a:solidFill>
                  <a:srgbClr val="FF0000"/>
                </a:solidFill>
                <a:ea typeface="微軟正黑體" panose="020B0604030504040204" pitchFamily="34" charset="-120"/>
              </a:rPr>
              <a:t>.zip</a:t>
            </a: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Show the screenshots of all the required functions </a:t>
            </a: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Write down the locations</a:t>
            </a:r>
            <a:r>
              <a:rPr lang="zh-TW" altLang="en-US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(.html) of the functions</a:t>
            </a:r>
          </a:p>
          <a:p>
            <a:r>
              <a:rPr lang="en-US" altLang="zh-TW" sz="2400" dirty="0">
                <a:ea typeface="微軟正黑體" panose="020B0604030504040204" pitchFamily="34" charset="-120"/>
              </a:rPr>
              <a:t>Example:</a:t>
            </a:r>
          </a:p>
          <a:p>
            <a:pPr marL="0" indent="0">
              <a:buNone/>
            </a:pPr>
            <a:endParaRPr lang="en-US" altLang="zh-TW" dirty="0"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8BBEC4-5586-46F4-B559-789AF3FF3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05" y="3807846"/>
            <a:ext cx="4613564" cy="248718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EC12DE3-D2E6-4C1D-B98E-452CDE871393}"/>
              </a:ext>
            </a:extLst>
          </p:cNvPr>
          <p:cNvSpPr txBox="1"/>
          <p:nvPr/>
        </p:nvSpPr>
        <p:spPr>
          <a:xfrm>
            <a:off x="2601883" y="3050154"/>
            <a:ext cx="4829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/>
              <a:t>Show the popup automatically after page load</a:t>
            </a:r>
          </a:p>
          <a:p>
            <a:r>
              <a:rPr lang="en-US" altLang="zh-TW" dirty="0"/>
              <a:t>    Location: b.html</a:t>
            </a:r>
            <a:endParaRPr lang="en-US" altLang="zh-TW" sz="1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313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E135B-F702-4149-94D0-FE82810B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74"/>
            <a:ext cx="10515600" cy="1325563"/>
          </a:xfrm>
        </p:spPr>
        <p:txBody>
          <a:bodyPr/>
          <a:lstStyle/>
          <a:p>
            <a:r>
              <a:rPr lang="en-US" altLang="zh-TW" dirty="0"/>
              <a:t>Homework 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CE00C8-D03B-4C54-B6ED-62942927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1"/>
            <a:ext cx="10515600" cy="5178829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Use </a:t>
            </a:r>
            <a:r>
              <a:rPr lang="en-US" altLang="zh-TW" sz="2400" dirty="0" err="1"/>
              <a:t>window.open</a:t>
            </a:r>
            <a:r>
              <a:rPr lang="en-US" altLang="zh-TW" sz="2400" dirty="0"/>
              <a:t>() to add the following functions</a:t>
            </a:r>
          </a:p>
          <a:p>
            <a:pPr lvl="1"/>
            <a:r>
              <a:rPr lang="en-US" altLang="zh-TW" dirty="0"/>
              <a:t>Click the button to open a link in new tab (in current window) (-10 points)</a:t>
            </a:r>
          </a:p>
          <a:p>
            <a:pPr lvl="1"/>
            <a:r>
              <a:rPr lang="en-US" altLang="zh-TW" dirty="0"/>
              <a:t>Click the button to open a link in new window (-10 points)</a:t>
            </a:r>
          </a:p>
          <a:p>
            <a:endParaRPr lang="zh-TW" altLang="en-US" sz="2400" dirty="0"/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436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E135B-F702-4149-94D0-FE82810B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74"/>
            <a:ext cx="10515600" cy="1325563"/>
          </a:xfrm>
        </p:spPr>
        <p:txBody>
          <a:bodyPr/>
          <a:lstStyle/>
          <a:p>
            <a:r>
              <a:rPr lang="en-US" altLang="zh-TW" dirty="0"/>
              <a:t>Homework 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CE00C8-D03B-4C54-B6ED-62942927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1"/>
            <a:ext cx="10515600" cy="5178829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Show the pop-up automatically after page load </a:t>
            </a:r>
          </a:p>
          <a:p>
            <a:pPr lvl="1"/>
            <a:r>
              <a:rPr lang="en-US" altLang="zh-TW" dirty="0"/>
              <a:t>Make it </a:t>
            </a:r>
            <a:r>
              <a:rPr lang="en-US" altLang="zh-TW" dirty="0" err="1">
                <a:solidFill>
                  <a:srgbClr val="FF0000"/>
                </a:solidFill>
              </a:rPr>
              <a:t>unscrollable</a:t>
            </a:r>
            <a:r>
              <a:rPr lang="en-US" altLang="zh-TW" dirty="0"/>
              <a:t> (-5 points)</a:t>
            </a:r>
          </a:p>
          <a:p>
            <a:pPr lvl="1"/>
            <a:r>
              <a:rPr lang="en-US" altLang="zh-TW" dirty="0"/>
              <a:t>Add the close button in the popup (-10 points)</a:t>
            </a:r>
          </a:p>
          <a:p>
            <a:pPr lvl="1"/>
            <a:r>
              <a:rPr lang="en-US" altLang="zh-TW" dirty="0"/>
              <a:t>Darken the background behind the popup (-5 points)</a:t>
            </a:r>
          </a:p>
          <a:p>
            <a:r>
              <a:rPr lang="en-US" altLang="zh-TW" sz="2400" dirty="0"/>
              <a:t>Show the pop-up when the user clicks the button </a:t>
            </a:r>
          </a:p>
          <a:p>
            <a:pPr lvl="1"/>
            <a:r>
              <a:rPr lang="en-US" altLang="zh-TW" dirty="0"/>
              <a:t>Make it </a:t>
            </a:r>
            <a:r>
              <a:rPr lang="en-US" altLang="zh-TW" dirty="0">
                <a:solidFill>
                  <a:srgbClr val="FF0000"/>
                </a:solidFill>
              </a:rPr>
              <a:t>scrollable</a:t>
            </a:r>
            <a:r>
              <a:rPr lang="en-US" altLang="zh-TW" dirty="0"/>
              <a:t> (-5 points)</a:t>
            </a:r>
          </a:p>
          <a:p>
            <a:pPr lvl="1"/>
            <a:r>
              <a:rPr lang="en-US" altLang="zh-TW" dirty="0"/>
              <a:t>Add the close button in the popup (-10 points)</a:t>
            </a:r>
          </a:p>
          <a:p>
            <a:pPr lvl="1"/>
            <a:r>
              <a:rPr lang="en-US" altLang="zh-TW" dirty="0"/>
              <a:t>Darken the background behind the popup (-5 points)</a:t>
            </a:r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zh-TW" altLang="en-US" sz="2400" dirty="0"/>
          </a:p>
          <a:p>
            <a:pPr marL="0" indent="0">
              <a:buNone/>
            </a:pPr>
            <a:endParaRPr lang="zh-TW" altLang="en-US" sz="2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AA7ABA-39AA-43BA-A6CF-A9B267125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58518"/>
            <a:ext cx="65" cy="25456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109" rIns="0" bIns="-1110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7327B6-CA47-47EC-8210-5A43AD60484B}"/>
              </a:ext>
            </a:extLst>
          </p:cNvPr>
          <p:cNvSpPr txBox="1"/>
          <p:nvPr/>
        </p:nvSpPr>
        <p:spPr>
          <a:xfrm>
            <a:off x="6996480" y="809989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*Design the content of the pop-ups by yourself.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489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8CD18D-FDEF-48D5-8ABC-4A171BE66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Demo Video</a:t>
            </a:r>
            <a:endParaRPr lang="zh-TW" altLang="en-US" dirty="0"/>
          </a:p>
        </p:txBody>
      </p:sp>
      <p:pic>
        <p:nvPicPr>
          <p:cNvPr id="4" name="2024-10-07 11-17-49">
            <a:hlinkClick r:id="" action="ppaction://media"/>
            <a:extLst>
              <a:ext uri="{FF2B5EF4-FFF2-40B4-BE49-F238E27FC236}">
                <a16:creationId xmlns:a16="http://schemas.microsoft.com/office/drawing/2014/main" id="{5CA6E370-4B72-402E-82B6-27B1331089D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88841" y="1310234"/>
            <a:ext cx="8902315" cy="5007439"/>
          </a:xfrm>
        </p:spPr>
      </p:pic>
    </p:spTree>
    <p:extLst>
      <p:ext uri="{BB962C8B-B14F-4D97-AF65-F5344CB8AC3E}">
        <p14:creationId xmlns:p14="http://schemas.microsoft.com/office/powerpoint/2010/main" val="8377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E135B-F702-4149-94D0-FE82810B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74"/>
            <a:ext cx="10515600" cy="1325563"/>
          </a:xfrm>
        </p:spPr>
        <p:txBody>
          <a:bodyPr/>
          <a:lstStyle/>
          <a:p>
            <a:r>
              <a:rPr lang="en-US" altLang="zh-TW" dirty="0"/>
              <a:t>Homework 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CE00C8-D03B-4C54-B6ED-62942927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1"/>
            <a:ext cx="10515600" cy="5178829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Show the pop-up advertisement</a:t>
            </a:r>
            <a:endParaRPr kumimoji="0" lang="en-US" altLang="zh-TW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r>
              <a:rPr lang="en-US" altLang="zh-CN" dirty="0"/>
              <a:t>Show the advertisement </a:t>
            </a:r>
            <a:r>
              <a:rPr lang="zh-CN" altLang="zh-TW" dirty="0"/>
              <a:t>at bottom right corner</a:t>
            </a:r>
            <a:r>
              <a:rPr lang="en-US" altLang="zh-CN" dirty="0"/>
              <a:t> of the screen (-</a:t>
            </a:r>
            <a:r>
              <a:rPr lang="en-US" altLang="zh-TW" dirty="0"/>
              <a:t>5</a:t>
            </a:r>
            <a:r>
              <a:rPr lang="en-US" altLang="zh-CN" dirty="0"/>
              <a:t> points)</a:t>
            </a:r>
          </a:p>
          <a:p>
            <a:pPr lvl="1"/>
            <a:r>
              <a:rPr lang="en-US" altLang="zh-CN" dirty="0"/>
              <a:t>Show the advertisement </a:t>
            </a:r>
            <a:r>
              <a:rPr lang="en-US" altLang="zh-CN" sz="2400" dirty="0"/>
              <a:t>3 seconds after page load </a:t>
            </a:r>
            <a:r>
              <a:rPr lang="en-US" altLang="zh-CN" dirty="0"/>
              <a:t>(-</a:t>
            </a:r>
            <a:r>
              <a:rPr lang="en-US" altLang="zh-TW" dirty="0"/>
              <a:t>5</a:t>
            </a:r>
            <a:r>
              <a:rPr lang="en-US" altLang="zh-CN" dirty="0"/>
              <a:t> points)</a:t>
            </a:r>
            <a:endParaRPr lang="en-US" altLang="zh-CN" sz="2400" dirty="0"/>
          </a:p>
          <a:p>
            <a:pPr lvl="1"/>
            <a:r>
              <a:rPr lang="en-US" altLang="zh-TW" dirty="0"/>
              <a:t>Add the close button in the popup (-10 points)</a:t>
            </a:r>
          </a:p>
          <a:p>
            <a:pPr lvl="1"/>
            <a:r>
              <a:rPr lang="en-US" altLang="zh-CN" dirty="0"/>
              <a:t>Make it noticeable but smaller than ⅓ of whole page (-5 points)</a:t>
            </a:r>
          </a:p>
          <a:p>
            <a:pPr marL="237061" indent="-237061">
              <a:spcBef>
                <a:spcPts val="1067"/>
              </a:spcBef>
              <a:buSzPts val="1800"/>
            </a:pPr>
            <a:r>
              <a:rPr lang="en-US" altLang="zh-CN" sz="2400" dirty="0"/>
              <a:t>Show the browsed time after page load</a:t>
            </a:r>
            <a:endParaRPr lang="en-US" altLang="zh-TW" sz="2400" dirty="0"/>
          </a:p>
          <a:p>
            <a:pPr marL="694249" lvl="1" indent="-237061">
              <a:spcBef>
                <a:spcPts val="533"/>
              </a:spcBef>
              <a:buSzPts val="1800"/>
            </a:pPr>
            <a:r>
              <a:rPr lang="en-US" altLang="zh-CN" dirty="0"/>
              <a:t>Show it at the same page that shows the advertisement (-5 points)</a:t>
            </a:r>
            <a:endParaRPr lang="en-US" altLang="zh-TW" dirty="0"/>
          </a:p>
          <a:p>
            <a:pPr marL="694249" lvl="1" indent="-237061">
              <a:spcBef>
                <a:spcPts val="533"/>
              </a:spcBef>
              <a:buSzPts val="1800"/>
            </a:pPr>
            <a:r>
              <a:rPr lang="en-US" altLang="zh-CN" dirty="0"/>
              <a:t>Display in the format “</a:t>
            </a:r>
            <a:r>
              <a:rPr lang="en-US" altLang="zh-CN" dirty="0">
                <a:solidFill>
                  <a:srgbClr val="FF0000"/>
                </a:solidFill>
              </a:rPr>
              <a:t>xxxx.ds</a:t>
            </a:r>
            <a:r>
              <a:rPr lang="en-US" altLang="zh-CN" dirty="0"/>
              <a:t>”, where </a:t>
            </a:r>
            <a:r>
              <a:rPr lang="en-US" altLang="zh-CN" dirty="0" err="1"/>
              <a:t>xxxx</a:t>
            </a:r>
            <a:r>
              <a:rPr lang="en-US" altLang="zh-CN" dirty="0"/>
              <a:t> is the zero-padded integer part of the passed seconds and d is the decimal part (-5 points)</a:t>
            </a:r>
            <a:endParaRPr lang="en-US" altLang="zh-TW" dirty="0"/>
          </a:p>
          <a:p>
            <a:pPr marL="1151438" lvl="2" indent="-237061">
              <a:spcBef>
                <a:spcPts val="533"/>
              </a:spcBef>
              <a:buSzPts val="1400"/>
            </a:pPr>
            <a:r>
              <a:rPr lang="en-US" altLang="zh-CN" sz="2400" dirty="0"/>
              <a:t>ex: 0013.4s for 13.4 passed seconds after page load</a:t>
            </a:r>
            <a:endParaRPr lang="en-US" altLang="zh-TW" sz="2400" dirty="0"/>
          </a:p>
          <a:p>
            <a:pPr marL="694249" lvl="1" indent="-237061">
              <a:spcBef>
                <a:spcPts val="533"/>
              </a:spcBef>
              <a:buSzPts val="1800"/>
            </a:pPr>
            <a:r>
              <a:rPr lang="en-US" altLang="zh-CN" dirty="0"/>
              <a:t>Update every 0.1 second (-5 points)</a:t>
            </a:r>
            <a:endParaRPr lang="en-US" altLang="zh-TW" dirty="0"/>
          </a:p>
          <a:p>
            <a:pPr marL="694249" lvl="1" indent="-203195">
              <a:spcBef>
                <a:spcPts val="533"/>
              </a:spcBef>
              <a:buSzPts val="1400"/>
            </a:pPr>
            <a:r>
              <a:rPr lang="en-US" altLang="zh-CN" dirty="0"/>
              <a:t>Time display is tolerable with the error less than 0.5 second (-5 points)</a:t>
            </a:r>
            <a:endParaRPr lang="en-US" altLang="zh-TW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zh-TW" altLang="en-US" sz="2400" dirty="0"/>
          </a:p>
          <a:p>
            <a:pPr marL="0" indent="0">
              <a:buNone/>
            </a:pPr>
            <a:endParaRPr lang="zh-TW" altLang="en-US" sz="2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AA7ABA-39AA-43BA-A6CF-A9B267125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58518"/>
            <a:ext cx="65" cy="25456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109" rIns="0" bIns="-1110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7327B6-CA47-47EC-8210-5A43AD60484B}"/>
              </a:ext>
            </a:extLst>
          </p:cNvPr>
          <p:cNvSpPr txBox="1"/>
          <p:nvPr/>
        </p:nvSpPr>
        <p:spPr>
          <a:xfrm>
            <a:off x="6996480" y="809989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*Design the content of the pop-ups by yourself.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038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8C382A-1B9D-4DA2-B590-3046A53D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Demo Video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5FED8A-ABE5-4FED-8374-52A095FE8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6" name="2024-10-09 14-48-47">
            <a:hlinkClick r:id="" action="ppaction://media"/>
            <a:extLst>
              <a:ext uri="{FF2B5EF4-FFF2-40B4-BE49-F238E27FC236}">
                <a16:creationId xmlns:a16="http://schemas.microsoft.com/office/drawing/2014/main" id="{71461B99-24E7-4D5F-988B-D2F88F6B74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94329" y="1344332"/>
            <a:ext cx="9152965" cy="514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2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2DE135B-F702-4149-94D0-FE82810B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874"/>
            <a:ext cx="10515600" cy="1325563"/>
          </a:xfrm>
        </p:spPr>
        <p:txBody>
          <a:bodyPr/>
          <a:lstStyle/>
          <a:p>
            <a:r>
              <a:rPr lang="en-US" altLang="zh-TW" dirty="0"/>
              <a:t>Homework 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5CE00C8-D03B-4C54-B6ED-62942927F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101"/>
            <a:ext cx="10515600" cy="5178829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You need to implement scroll detection with </a:t>
            </a:r>
            <a:r>
              <a:rPr lang="en-US" altLang="zh-TW" sz="2400" dirty="0" err="1"/>
              <a:t>javascript</a:t>
            </a:r>
            <a:r>
              <a:rPr lang="en-US" altLang="zh-TW" sz="2400" dirty="0"/>
              <a:t> on one of the page (-10 points)</a:t>
            </a:r>
          </a:p>
          <a:p>
            <a:pPr lvl="1"/>
            <a:r>
              <a:rPr lang="en-US" altLang="zh-TW" dirty="0"/>
              <a:t>Trigger some animations, events or images when browsing</a:t>
            </a:r>
            <a:endParaRPr lang="zh-TW" altLang="en-US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endParaRPr lang="zh-TW" altLang="en-US" sz="2400" dirty="0"/>
          </a:p>
          <a:p>
            <a:pPr marL="0" indent="0">
              <a:buNone/>
            </a:pPr>
            <a:endParaRPr lang="zh-TW" altLang="en-US" sz="2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AA7ABA-39AA-43BA-A6CF-A9B267125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58518"/>
            <a:ext cx="65" cy="25456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1109" rIns="0" bIns="-1110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0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8C382A-1B9D-4DA2-B590-3046A53D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Demo Video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5FED8A-ABE5-4FED-8374-52A095FE8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4" name="2024-10-07 13-28-07">
            <a:hlinkClick r:id="" action="ppaction://media"/>
            <a:extLst>
              <a:ext uri="{FF2B5EF4-FFF2-40B4-BE49-F238E27FC236}">
                <a16:creationId xmlns:a16="http://schemas.microsoft.com/office/drawing/2014/main" id="{2AE1DAF3-5946-4AAE-A525-3769FFE0B5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31970" y="1404852"/>
            <a:ext cx="8734982" cy="491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6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838200" y="298624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zh-CN"/>
              <a:t>Homework 3</a:t>
            </a:r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838200" y="1438101"/>
            <a:ext cx="10515600" cy="517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237061" indent="-237061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altLang="zh-CN" sz="2400" dirty="0"/>
              <a:t>Design 5 different functions with JavaScript by yourself (each -10 points)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507</Words>
  <Application>Microsoft Office PowerPoint</Application>
  <PresentationFormat>寬螢幕</PresentationFormat>
  <Paragraphs>59</Paragraphs>
  <Slides>10</Slides>
  <Notes>1</Notes>
  <HiddenSlides>0</HiddenSlides>
  <MMClips>3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佈景主題</vt:lpstr>
      <vt:lpstr>Homework 3</vt:lpstr>
      <vt:lpstr>Homework 3</vt:lpstr>
      <vt:lpstr>Homework 3</vt:lpstr>
      <vt:lpstr>Homework 3</vt:lpstr>
      <vt:lpstr>Demo Video</vt:lpstr>
      <vt:lpstr>Homework 3</vt:lpstr>
      <vt:lpstr>Demo Video</vt:lpstr>
      <vt:lpstr>Homework 3</vt:lpstr>
      <vt:lpstr>Demo Video</vt:lpstr>
      <vt:lpstr>Homework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婕妮 鄧</dc:creator>
  <cp:lastModifiedBy>育霆 盧</cp:lastModifiedBy>
  <cp:revision>74</cp:revision>
  <dcterms:created xsi:type="dcterms:W3CDTF">2024-09-24T12:26:50Z</dcterms:created>
  <dcterms:modified xsi:type="dcterms:W3CDTF">2024-10-17T02:59:48Z</dcterms:modified>
</cp:coreProperties>
</file>