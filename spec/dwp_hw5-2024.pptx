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61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D353E-7507-4138-AA33-F5B7D349808B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F393-DE0F-4C77-946F-44AEC44F8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27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72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12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3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90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40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54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8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84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6" name="圓角矩形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59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5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61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8" name="圓角矩形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1A10245-5177-4DF8-A448-9DB389FFADE6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6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1" fontAlgn="base" hangingPunct="1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1" fontAlgn="base" hangingPunct="1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lackjac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Implement a Blackjack by using </a:t>
            </a:r>
            <a:r>
              <a:rPr lang="en-US" altLang="zh-TW" b="1" dirty="0"/>
              <a:t>PHP</a:t>
            </a:r>
          </a:p>
          <a:p>
            <a:pPr lvl="1"/>
            <a:r>
              <a:rPr lang="en-US" altLang="zh-TW" dirty="0">
                <a:hlinkClick r:id="rId3"/>
              </a:rPr>
              <a:t>https://en.wikipedia.org/wiki/Blackjack</a:t>
            </a:r>
            <a:endParaRPr lang="en-US" altLang="zh-TW" dirty="0"/>
          </a:p>
          <a:p>
            <a:pPr lvl="1"/>
            <a:r>
              <a:rPr lang="en-US" altLang="zh-TW" dirty="0"/>
              <a:t>Get 21 points on the player's first two cards without a dealer blackjack</a:t>
            </a:r>
          </a:p>
          <a:p>
            <a:pPr lvl="1"/>
            <a:r>
              <a:rPr lang="en-US" altLang="zh-TW" dirty="0"/>
              <a:t>Reach a final score higher than the dealer without exceeding 21</a:t>
            </a:r>
          </a:p>
          <a:p>
            <a:pPr lvl="1"/>
            <a:r>
              <a:rPr lang="en-US" altLang="zh-TW" dirty="0"/>
              <a:t>Let the dealer draw additional cards until their hand exceeds 21</a:t>
            </a:r>
          </a:p>
          <a:p>
            <a:r>
              <a:rPr lang="en-US" altLang="zh-TW" dirty="0"/>
              <a:t>You need to display the cards by using card images</a:t>
            </a:r>
          </a:p>
          <a:p>
            <a:r>
              <a:rPr lang="en-US" altLang="zh-TW" dirty="0"/>
              <a:t>Player decisions</a:t>
            </a:r>
          </a:p>
          <a:p>
            <a:pPr lvl="1"/>
            <a:r>
              <a:rPr lang="en-US" altLang="zh-TW" dirty="0"/>
              <a:t>Assign chips</a:t>
            </a:r>
          </a:p>
          <a:p>
            <a:pPr lvl="1"/>
            <a:r>
              <a:rPr lang="en-US" altLang="zh-TW" dirty="0"/>
              <a:t>Hit - Take another card from the dealer</a:t>
            </a:r>
          </a:p>
          <a:p>
            <a:pPr lvl="1"/>
            <a:r>
              <a:rPr lang="en-US" altLang="zh-TW" dirty="0"/>
              <a:t>Stand - Take no more cards</a:t>
            </a:r>
          </a:p>
          <a:p>
            <a:pPr lvl="1"/>
            <a:r>
              <a:rPr lang="en-US" altLang="zh-TW" dirty="0"/>
              <a:t>Signal - Place additional chips beside the original bet</a:t>
            </a:r>
          </a:p>
          <a:p>
            <a:endParaRPr lang="en-US" altLang="zh-TW" dirty="0"/>
          </a:p>
          <a:p>
            <a:pPr marL="319088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368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D1F0F8-F270-43D4-AE04-75D2A71F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0D4550-A984-4341-BDDF-C450786905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7527" y="1447800"/>
            <a:ext cx="10584873" cy="5135562"/>
          </a:xfrm>
        </p:spPr>
        <p:txBody>
          <a:bodyPr/>
          <a:lstStyle/>
          <a:p>
            <a:r>
              <a:rPr lang="en-US" altLang="zh-TW" sz="2000" dirty="0"/>
              <a:t>After a round, the player can play a new round until she/he loses all chips</a:t>
            </a:r>
          </a:p>
          <a:p>
            <a:r>
              <a:rPr lang="en-US" altLang="zh-TW" sz="2000" dirty="0"/>
              <a:t>Implement a registration page and a login page, respectively</a:t>
            </a:r>
          </a:p>
          <a:p>
            <a:pPr lvl="1"/>
            <a:r>
              <a:rPr lang="en-US" altLang="zh-TW" sz="2000" dirty="0"/>
              <a:t>Make a database and store the user’s information into it</a:t>
            </a:r>
          </a:p>
          <a:p>
            <a:pPr lvl="1"/>
            <a:r>
              <a:rPr lang="en-US" altLang="zh-TW" sz="2000" dirty="0"/>
              <a:t>Read this database when switching players or checking if the player is already registered</a:t>
            </a:r>
          </a:p>
          <a:p>
            <a:r>
              <a:rPr lang="en-US" altLang="zh-TW" sz="2200" dirty="0"/>
              <a:t>Store the game information to </a:t>
            </a:r>
            <a:r>
              <a:rPr lang="en-US" altLang="zh-TW" sz="2200" b="1" dirty="0"/>
              <a:t>cookie and database</a:t>
            </a:r>
            <a:r>
              <a:rPr lang="en-US" altLang="zh-TW" sz="2200" dirty="0"/>
              <a:t> at the end of each round with</a:t>
            </a:r>
            <a:r>
              <a:rPr lang="en-US" altLang="zh-TW" sz="2200" b="1" dirty="0"/>
              <a:t> JSON </a:t>
            </a:r>
            <a:r>
              <a:rPr lang="en-US" altLang="zh-TW" sz="2200" dirty="0"/>
              <a:t>formats</a:t>
            </a:r>
          </a:p>
          <a:p>
            <a:pPr lvl="1"/>
            <a:r>
              <a:rPr lang="en-US" altLang="zh-TW" sz="2000" dirty="0"/>
              <a:t>The game information includes </a:t>
            </a:r>
            <a:r>
              <a:rPr lang="en-US" altLang="zh-TW" sz="2000" b="1" dirty="0"/>
              <a:t>number and points of cards </a:t>
            </a:r>
            <a:r>
              <a:rPr lang="en-US" altLang="zh-TW" sz="2000" dirty="0"/>
              <a:t>for both the player and the dealer, the </a:t>
            </a:r>
            <a:r>
              <a:rPr lang="en-US" altLang="zh-TW" sz="2000" b="1" dirty="0"/>
              <a:t>amount of chips </a:t>
            </a:r>
            <a:r>
              <a:rPr lang="en-US" altLang="zh-TW" sz="2000" dirty="0"/>
              <a:t>(stored in both cookie and the database), and the </a:t>
            </a:r>
            <a:r>
              <a:rPr lang="en-US" altLang="zh-TW" sz="2000" b="1" dirty="0"/>
              <a:t>player id </a:t>
            </a:r>
          </a:p>
          <a:p>
            <a:pPr lvl="1"/>
            <a:r>
              <a:rPr lang="en-US" altLang="zh-TW" sz="2000" dirty="0"/>
              <a:t>Store the information for this game in cookie (at round 3, store game information from round 1 to round 3)</a:t>
            </a:r>
          </a:p>
          <a:p>
            <a:pPr lvl="1"/>
            <a:r>
              <a:rPr lang="en-US" altLang="zh-TW" sz="2000" dirty="0"/>
              <a:t>Store the information of all the games in database</a:t>
            </a:r>
            <a:r>
              <a:rPr lang="zh-TW" altLang="en-US" sz="2000" dirty="0"/>
              <a:t> </a:t>
            </a:r>
            <a:r>
              <a:rPr lang="en-US" altLang="zh-TW" sz="2000" dirty="0"/>
              <a:t>(all the game records)</a:t>
            </a:r>
          </a:p>
          <a:p>
            <a:r>
              <a:rPr lang="en-US" altLang="zh-TW" sz="2000" dirty="0"/>
              <a:t>Read the game information from </a:t>
            </a:r>
            <a:r>
              <a:rPr lang="en-US" altLang="zh-TW" sz="2000" b="1" dirty="0"/>
              <a:t>cookie </a:t>
            </a:r>
            <a:r>
              <a:rPr lang="en-US" altLang="zh-TW" sz="2000" dirty="0"/>
              <a:t>at the start of each round</a:t>
            </a:r>
          </a:p>
          <a:p>
            <a:r>
              <a:rPr lang="en-US" altLang="zh-TW" sz="2000" dirty="0"/>
              <a:t>Make a</a:t>
            </a:r>
            <a:r>
              <a:rPr lang="zh-TW" altLang="en-US" sz="2000" dirty="0"/>
              <a:t> </a:t>
            </a:r>
            <a:r>
              <a:rPr lang="en-US" altLang="zh-TW" sz="2000" dirty="0"/>
              <a:t>cheat button to ensure that the dealer wins that round</a:t>
            </a:r>
          </a:p>
          <a:p>
            <a:r>
              <a:rPr lang="en-US" altLang="zh-TW" sz="2000" dirty="0"/>
              <a:t>Be sure to export your database script</a:t>
            </a:r>
          </a:p>
          <a:p>
            <a:pPr lvl="1"/>
            <a:r>
              <a:rPr lang="en-US" altLang="zh-TW" sz="2000" dirty="0"/>
              <a:t>Otherwise, your grade will be deducted by </a:t>
            </a:r>
            <a:r>
              <a:rPr lang="en-US" altLang="zh-TW" sz="2000" dirty="0">
                <a:solidFill>
                  <a:srgbClr val="FF0000"/>
                </a:solidFill>
              </a:rPr>
              <a:t>30</a:t>
            </a:r>
            <a:r>
              <a:rPr lang="en-US" altLang="zh-TW" sz="2000" dirty="0"/>
              <a:t> points</a:t>
            </a:r>
          </a:p>
          <a:p>
            <a:endParaRPr lang="en-US" altLang="zh-TW" sz="2800" b="1" dirty="0"/>
          </a:p>
          <a:p>
            <a:endParaRPr lang="en-US" altLang="zh-TW" sz="2800" b="1" dirty="0"/>
          </a:p>
          <a:p>
            <a:endParaRPr lang="en-US" altLang="zh-TW" sz="2800" b="1" dirty="0"/>
          </a:p>
          <a:p>
            <a:endParaRPr lang="en-US" altLang="zh-TW" sz="2800" b="1" dirty="0"/>
          </a:p>
          <a:p>
            <a:pPr marL="319088" lvl="1" indent="0">
              <a:buNone/>
            </a:pPr>
            <a:endParaRPr lang="en-US" altLang="zh-TW" sz="2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211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Use </a:t>
            </a:r>
            <a:r>
              <a:rPr lang="en-US" altLang="zh-TW" dirty="0">
                <a:solidFill>
                  <a:srgbClr val="FF0000"/>
                </a:solidFill>
              </a:rPr>
              <a:t>CSS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HTML</a:t>
            </a:r>
            <a:r>
              <a:rPr lang="en-US" altLang="zh-TW" dirty="0"/>
              <a:t> to represent your output results</a:t>
            </a:r>
          </a:p>
          <a:p>
            <a:pPr lvl="1"/>
            <a:r>
              <a:rPr lang="en-US" altLang="zh-TW" dirty="0"/>
              <a:t>You also need to record all of the steps of all rounds and list the results by using a table</a:t>
            </a:r>
          </a:p>
          <a:p>
            <a:pPr lvl="2"/>
            <a:r>
              <a:rPr lang="en-US" altLang="zh-TW" dirty="0"/>
              <a:t>Without the table, the grade deducts </a:t>
            </a:r>
            <a:r>
              <a:rPr lang="en-US" altLang="zh-TW" dirty="0">
                <a:solidFill>
                  <a:srgbClr val="FF0000"/>
                </a:solidFill>
              </a:rPr>
              <a:t>30</a:t>
            </a:r>
            <a:r>
              <a:rPr lang="en-US" altLang="zh-TW" dirty="0"/>
              <a:t> points</a:t>
            </a:r>
          </a:p>
          <a:p>
            <a:pPr>
              <a:defRPr/>
            </a:pPr>
            <a:r>
              <a:rPr lang="en-US" altLang="zh-TW" dirty="0"/>
              <a:t>Using jQuery is fine</a:t>
            </a:r>
          </a:p>
          <a:p>
            <a:pPr>
              <a:defRPr/>
            </a:pPr>
            <a:r>
              <a:rPr lang="en-US" altLang="zh-TW" dirty="0"/>
              <a:t>Source code comments are welcome</a:t>
            </a:r>
          </a:p>
          <a:p>
            <a:pPr>
              <a:defRPr/>
            </a:pPr>
            <a:r>
              <a:rPr lang="en-US" altLang="zh-TW" dirty="0"/>
              <a:t>Array is fine now</a:t>
            </a:r>
          </a:p>
          <a:p>
            <a:pPr>
              <a:defRPr/>
            </a:pPr>
            <a:r>
              <a:rPr lang="en-US" altLang="zh-TW" dirty="0"/>
              <a:t>The content and layout will affect your grade</a:t>
            </a:r>
          </a:p>
          <a:p>
            <a:pPr lvl="1">
              <a:defRPr/>
            </a:pPr>
            <a:r>
              <a:rPr lang="en-US" altLang="zh-TW" dirty="0"/>
              <a:t>Will be reviewed under </a:t>
            </a:r>
            <a:r>
              <a:rPr lang="en-US" altLang="zh-TW" dirty="0">
                <a:solidFill>
                  <a:srgbClr val="FF0000"/>
                </a:solidFill>
              </a:rPr>
              <a:t>Microsoft Edge</a:t>
            </a:r>
          </a:p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Delay = Copy = 0</a:t>
            </a:r>
            <a:endParaRPr lang="zh-TW" alt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174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內容版面配置區 2"/>
          <p:cNvSpPr>
            <a:spLocks noGrp="1"/>
          </p:cNvSpPr>
          <p:nvPr>
            <p:ph sz="quarter" idx="1"/>
          </p:nvPr>
        </p:nvSpPr>
        <p:spPr>
          <a:xfrm>
            <a:off x="1040920" y="1417638"/>
            <a:ext cx="10363200" cy="4572000"/>
          </a:xfrm>
        </p:spPr>
        <p:txBody>
          <a:bodyPr/>
          <a:lstStyle/>
          <a:p>
            <a:r>
              <a:rPr lang="en-US" altLang="zh-TW" sz="2400" dirty="0"/>
              <a:t>Deadline: 12/6 23:30</a:t>
            </a:r>
          </a:p>
          <a:p>
            <a:pPr lvl="1"/>
            <a:r>
              <a:rPr lang="en-US" altLang="zh-TW" sz="2000" dirty="0"/>
              <a:t>Upload to E3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</a:rPr>
              <a:t>Zip the whole web site!</a:t>
            </a:r>
          </a:p>
          <a:p>
            <a:pPr lvl="2"/>
            <a:r>
              <a:rPr lang="en-US" altLang="zh-TW" sz="1800" dirty="0"/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</a:rPr>
              <a:t>20</a:t>
            </a:r>
          </a:p>
          <a:p>
            <a:r>
              <a:rPr lang="en-US" altLang="zh-TW" sz="2400" dirty="0"/>
              <a:t>Title  &amp; file name</a:t>
            </a:r>
          </a:p>
          <a:p>
            <a:pPr lvl="2"/>
            <a:r>
              <a:rPr lang="en-US" altLang="zh-TW" sz="1800" dirty="0"/>
              <a:t>HW5_</a:t>
            </a:r>
            <a:r>
              <a:rPr lang="zh-TW" altLang="en-US" sz="1800" dirty="0"/>
              <a:t>學號</a:t>
            </a:r>
            <a:r>
              <a:rPr lang="en-US" altLang="zh-TW" sz="1800" dirty="0"/>
              <a:t>_</a:t>
            </a:r>
            <a:r>
              <a:rPr lang="zh-TW" altLang="en-US" sz="1800" dirty="0"/>
              <a:t>學生名</a:t>
            </a:r>
            <a:endParaRPr lang="en-US" altLang="zh-TW" sz="1800" dirty="0"/>
          </a:p>
          <a:p>
            <a:pPr lvl="2"/>
            <a:r>
              <a:rPr lang="en-US" altLang="zh-TW" sz="1800"/>
              <a:t>HW5_</a:t>
            </a:r>
            <a:r>
              <a:rPr lang="zh-TW" altLang="en-US" sz="1800" dirty="0"/>
              <a:t>學號</a:t>
            </a:r>
            <a:r>
              <a:rPr lang="en-US" altLang="zh-TW" sz="1800" dirty="0"/>
              <a:t>_</a:t>
            </a:r>
            <a:r>
              <a:rPr lang="zh-TW" altLang="en-US" sz="1800" dirty="0"/>
              <a:t>學生名</a:t>
            </a:r>
            <a:r>
              <a:rPr lang="en-US" altLang="zh-TW" sz="1800" dirty="0"/>
              <a:t>.zip</a:t>
            </a:r>
          </a:p>
          <a:p>
            <a:pPr lvl="1"/>
            <a:r>
              <a:rPr lang="en-US" altLang="zh-TW" sz="2000" dirty="0"/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</a:rPr>
              <a:t>20</a:t>
            </a:r>
          </a:p>
          <a:p>
            <a:r>
              <a:rPr lang="en-US" altLang="zh-TW" sz="2400" dirty="0"/>
              <a:t>In the source code, you need to add the identifications below</a:t>
            </a:r>
          </a:p>
          <a:p>
            <a:pPr lvl="1"/>
            <a:r>
              <a:rPr lang="en-US" altLang="zh-TW" sz="2000" dirty="0"/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</a:rPr>
              <a:t>20</a:t>
            </a:r>
          </a:p>
          <a:p>
            <a:pPr lvl="1">
              <a:buNone/>
            </a:pPr>
            <a:r>
              <a:rPr lang="en-US" altLang="zh-TW" sz="2200" dirty="0"/>
              <a:t>&lt;!--</a:t>
            </a:r>
          </a:p>
          <a:p>
            <a:pPr lvl="1" algn="just">
              <a:buNone/>
            </a:pPr>
            <a:r>
              <a:rPr lang="en-US" altLang="zh-TW" sz="2200" dirty="0"/>
              <a:t>4001234567 </a:t>
            </a:r>
            <a:r>
              <a:rPr lang="zh-TW" altLang="en-US" sz="2200" dirty="0"/>
              <a:t>王小明 第</a:t>
            </a:r>
            <a:r>
              <a:rPr lang="en-US" altLang="zh-TW" sz="2200" dirty="0"/>
              <a:t>5</a:t>
            </a:r>
            <a:r>
              <a:rPr lang="zh-TW" altLang="en-US" sz="2200" dirty="0"/>
              <a:t>次作業 </a:t>
            </a:r>
            <a:r>
              <a:rPr lang="en-US" altLang="zh-TW" sz="2200" dirty="0"/>
              <a:t>12/6</a:t>
            </a:r>
          </a:p>
          <a:p>
            <a:pPr lvl="1" algn="just">
              <a:buNone/>
            </a:pPr>
            <a:r>
              <a:rPr lang="en-US" altLang="zh-TW" sz="2200" dirty="0"/>
              <a:t>4001234567 Ming Wang</a:t>
            </a:r>
            <a:r>
              <a:rPr lang="zh-TW" altLang="en-US" sz="2200" dirty="0"/>
              <a:t> </a:t>
            </a:r>
            <a:r>
              <a:rPr lang="en-US" altLang="zh-TW" sz="2200" dirty="0"/>
              <a:t>The Fifth Homework 12/6</a:t>
            </a:r>
          </a:p>
          <a:p>
            <a:pPr lvl="1" algn="just">
              <a:buNone/>
            </a:pPr>
            <a:r>
              <a:rPr lang="en-US" altLang="zh-TW" sz="2200" dirty="0"/>
              <a:t>--&gt;</a:t>
            </a:r>
            <a:endParaRPr lang="zh-TW" altLang="en-US" sz="2200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D133735-466F-403B-921B-AD74E83F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</p:spPr>
        <p:txBody>
          <a:bodyPr/>
          <a:lstStyle/>
          <a:p>
            <a:r>
              <a:rPr lang="en-US" altLang="zh-TW" dirty="0"/>
              <a:t>Homework 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377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ndering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ndering" id="{5CD00AD1-6BA4-41CA-9F19-A65B7D36E5CC}" vid="{E0C7B7D5-1702-4959-8F86-12A304187F2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rendering</Template>
  <TotalTime>230</TotalTime>
  <Words>436</Words>
  <Application>Microsoft Office PowerPoint</Application>
  <PresentationFormat>寬螢幕</PresentationFormat>
  <Paragraphs>56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Calibri</vt:lpstr>
      <vt:lpstr>Franklin Gothic Book</vt:lpstr>
      <vt:lpstr>Perpetua</vt:lpstr>
      <vt:lpstr>Wingdings 2</vt:lpstr>
      <vt:lpstr>rendering</vt:lpstr>
      <vt:lpstr>Homework 5</vt:lpstr>
      <vt:lpstr>Homework 5</vt:lpstr>
      <vt:lpstr>Homework 5</vt:lpstr>
      <vt:lpstr>Homework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n</dc:creator>
  <cp:lastModifiedBy>育霆 盧</cp:lastModifiedBy>
  <cp:revision>148</cp:revision>
  <dcterms:created xsi:type="dcterms:W3CDTF">2016-03-08T06:05:10Z</dcterms:created>
  <dcterms:modified xsi:type="dcterms:W3CDTF">2024-11-22T02:46:57Z</dcterms:modified>
</cp:coreProperties>
</file>